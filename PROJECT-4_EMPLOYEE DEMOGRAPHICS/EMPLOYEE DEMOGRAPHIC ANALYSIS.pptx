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1" r:id="rId13"/>
    <p:sldId id="266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1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98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68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2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09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1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39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80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43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574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65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931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55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161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060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7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5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731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254-6B6E-42CA-B53F-4307B7550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Employee Attrition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D2C74-D11C-4B40-A6BE-ACBA0EDC01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by </a:t>
            </a:r>
            <a:r>
              <a:rPr lang="en-US" b="1" i="1" dirty="0"/>
              <a:t>HARISH PALANISAMY</a:t>
            </a:r>
          </a:p>
        </p:txBody>
      </p:sp>
    </p:spTree>
    <p:extLst>
      <p:ext uri="{BB962C8B-B14F-4D97-AF65-F5344CB8AC3E}">
        <p14:creationId xmlns:p14="http://schemas.microsoft.com/office/powerpoint/2010/main" val="1013458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457450"/>
            <a:ext cx="10302004" cy="3048000"/>
          </a:xfrm>
        </p:spPr>
        <p:txBody>
          <a:bodyPr>
            <a:normAutofit/>
          </a:bodyPr>
          <a:lstStyle/>
          <a:p>
            <a:r>
              <a:rPr lang="en-US" b="1" dirty="0"/>
              <a:t>Dataset Link: </a:t>
            </a:r>
            <a:r>
              <a:rPr lang="en-US" b="1" dirty="0">
                <a:solidFill>
                  <a:srgbClr val="7030A0"/>
                </a:solidFill>
              </a:rPr>
              <a:t>https://github.com/harishp-17/CODING-SAMURAI-INTERNSHIP-TASK.git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61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3D49-3C28-4339-AA9C-A967BD083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434" y="2576579"/>
            <a:ext cx="5723877" cy="1456267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91279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14550"/>
            <a:ext cx="10131425" cy="30398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The overall attrition rate in the company is 16%, indicating a significant turnover of </a:t>
            </a:r>
            <a:r>
              <a:rPr lang="en-US" sz="2000" dirty="0" err="1"/>
              <a:t>employees.The</a:t>
            </a:r>
            <a:r>
              <a:rPr lang="en-US" sz="2000" dirty="0"/>
              <a:t> store generated 10 CORE in revenue.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Total </a:t>
            </a:r>
            <a:r>
              <a:rPr lang="en-US" sz="2000" dirty="0" err="1"/>
              <a:t>Emplyees</a:t>
            </a:r>
            <a:r>
              <a:rPr lang="en-US" sz="2000" dirty="0"/>
              <a:t> are 1000 in 512 are Males and 488 are Females.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The average monthly income is 90000K.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3BA93-9638-4CD0-AD96-401D84B9D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68" y="4035548"/>
            <a:ext cx="10747375" cy="12573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6218B-02C1-3A06-4964-C9CB0CE7B497}"/>
              </a:ext>
            </a:extLst>
          </p:cNvPr>
          <p:cNvSpPr txBox="1"/>
          <p:nvPr/>
        </p:nvSpPr>
        <p:spPr>
          <a:xfrm>
            <a:off x="2711114" y="4291263"/>
            <a:ext cx="102669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BBD3F-9BEC-7AB1-BA9B-C0A3D4959F30}"/>
              </a:ext>
            </a:extLst>
          </p:cNvPr>
          <p:cNvSpPr txBox="1"/>
          <p:nvPr/>
        </p:nvSpPr>
        <p:spPr>
          <a:xfrm>
            <a:off x="4441498" y="4291263"/>
            <a:ext cx="102669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E140A-2E2F-8676-9872-ADAB73F8A7F2}"/>
              </a:ext>
            </a:extLst>
          </p:cNvPr>
          <p:cNvSpPr txBox="1"/>
          <p:nvPr/>
        </p:nvSpPr>
        <p:spPr>
          <a:xfrm>
            <a:off x="6324282" y="4291263"/>
            <a:ext cx="102669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B8470-441B-9118-D660-37D65476B64F}"/>
              </a:ext>
            </a:extLst>
          </p:cNvPr>
          <p:cNvSpPr txBox="1"/>
          <p:nvPr/>
        </p:nvSpPr>
        <p:spPr>
          <a:xfrm>
            <a:off x="8054666" y="4291263"/>
            <a:ext cx="1195138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7EBDBA-00EC-C486-74C9-44022C8820A3}"/>
              </a:ext>
            </a:extLst>
          </p:cNvPr>
          <p:cNvSpPr txBox="1"/>
          <p:nvPr/>
        </p:nvSpPr>
        <p:spPr>
          <a:xfrm>
            <a:off x="9954125" y="4235116"/>
            <a:ext cx="1195138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6</a:t>
            </a:r>
          </a:p>
        </p:txBody>
      </p:sp>
    </p:spTree>
    <p:extLst>
      <p:ext uri="{BB962C8B-B14F-4D97-AF65-F5344CB8AC3E}">
        <p14:creationId xmlns:p14="http://schemas.microsoft.com/office/powerpoint/2010/main" val="90257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Attrition By Gender Status: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2248958"/>
            <a:ext cx="10131425" cy="1456267"/>
          </a:xfrm>
        </p:spPr>
        <p:txBody>
          <a:bodyPr/>
          <a:lstStyle/>
          <a:p>
            <a:r>
              <a:rPr lang="en-US" dirty="0"/>
              <a:t>Gender status significantly affects attrition rates. The Most of </a:t>
            </a:r>
            <a:r>
              <a:rPr lang="en-US" dirty="0" err="1"/>
              <a:t>of</a:t>
            </a:r>
            <a:r>
              <a:rPr lang="en-US" dirty="0"/>
              <a:t> workers are </a:t>
            </a:r>
            <a:r>
              <a:rPr lang="en-US" dirty="0" err="1"/>
              <a:t>Mens</a:t>
            </a:r>
            <a:r>
              <a:rPr lang="en-US" dirty="0"/>
              <a:t> 512 and </a:t>
            </a:r>
            <a:r>
              <a:rPr lang="en-US" dirty="0" err="1"/>
              <a:t>womwns</a:t>
            </a:r>
            <a:r>
              <a:rPr lang="en-US" dirty="0"/>
              <a:t> are 488.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E5481-26CB-A588-F5D9-231BCDF2A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912" y="3429000"/>
            <a:ext cx="4477375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2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Attrition By Department: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55339"/>
            <a:ext cx="10131425" cy="1456267"/>
          </a:xfrm>
        </p:spPr>
        <p:txBody>
          <a:bodyPr/>
          <a:lstStyle/>
          <a:p>
            <a:r>
              <a:rPr lang="en-US" dirty="0"/>
              <a:t>Employees in the Company Most of Members work in Management Department and totally 6 department Handled in the company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D46F88-1D5E-E48B-442D-E2FD60120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54" y="3375479"/>
            <a:ext cx="9059539" cy="333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7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Attrition By 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84965"/>
            <a:ext cx="10131425" cy="1456267"/>
          </a:xfrm>
        </p:spPr>
        <p:txBody>
          <a:bodyPr/>
          <a:lstStyle/>
          <a:p>
            <a:r>
              <a:rPr lang="en-US" dirty="0"/>
              <a:t>The average age of employees is, 24 to 34 and the pink </a:t>
            </a:r>
            <a:r>
              <a:rPr lang="en-US" dirty="0" err="1"/>
              <a:t>reperesent</a:t>
            </a:r>
            <a:r>
              <a:rPr lang="en-US" dirty="0"/>
              <a:t> women and Blue </a:t>
            </a:r>
            <a:r>
              <a:rPr lang="en-US" dirty="0" err="1"/>
              <a:t>reperesent</a:t>
            </a:r>
            <a:r>
              <a:rPr lang="en-US" dirty="0"/>
              <a:t> </a:t>
            </a:r>
            <a:r>
              <a:rPr lang="en-US" dirty="0" err="1"/>
              <a:t>men.See</a:t>
            </a:r>
            <a:r>
              <a:rPr lang="en-US" dirty="0"/>
              <a:t> the graph the majority is men workers is high.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04A38-B681-1420-EAB3-18F6BC71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344" y="3429000"/>
            <a:ext cx="7573432" cy="283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3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Attrition By Overtime: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67025"/>
            <a:ext cx="10131425" cy="1456267"/>
          </a:xfrm>
        </p:spPr>
        <p:txBody>
          <a:bodyPr/>
          <a:lstStyle/>
          <a:p>
            <a:r>
              <a:rPr lang="en-US" dirty="0"/>
              <a:t>Employees who work more overtime are more likely to depart from the company, suggesting that excessive work hours may contribute to attrition.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B21B9-85F4-4104-B05C-7A13CA4AF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718848"/>
            <a:ext cx="58959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13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Attrition By Job Role: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14650"/>
            <a:ext cx="10131425" cy="1456267"/>
          </a:xfrm>
        </p:spPr>
        <p:txBody>
          <a:bodyPr/>
          <a:lstStyle/>
          <a:p>
            <a:r>
              <a:rPr lang="en-US" dirty="0"/>
              <a:t>The Management job role has the highest rate of job satisfaction and the highest income, even though it has the highest attrition after the Data Science job role.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0C314B-9860-C155-4257-4853FE07F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54" y="3291840"/>
            <a:ext cx="9059539" cy="325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67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Attrition By Performance and Gender: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04472"/>
            <a:ext cx="10835404" cy="145626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Males are more likely to depart from the company compared to females, suggesting a potential gender-based attrition pattern.</a:t>
            </a:r>
          </a:p>
          <a:p>
            <a:r>
              <a:rPr lang="en-US" dirty="0"/>
              <a:t>Employees with lower monthly incomes and high-performance rates are showing higher attrition rates, potentially indicating a need to revisit compensation structures and career growth opportunities.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8BADA9-3E64-4268-B165-B2D3DEF04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4027439"/>
            <a:ext cx="6515100" cy="22764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8E35F6-982F-7CDC-CE40-9DA44DC37742}"/>
              </a:ext>
            </a:extLst>
          </p:cNvPr>
          <p:cNvSpPr/>
          <p:nvPr/>
        </p:nvSpPr>
        <p:spPr>
          <a:xfrm>
            <a:off x="7760969" y="5928359"/>
            <a:ext cx="310515" cy="1249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bg1"/>
                </a:solidFill>
                <a:latin typeface="Aptos" panose="020B0004020202020204" pitchFamily="34" charset="0"/>
              </a:rPr>
              <a:t>512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BCD1F-0E96-33C4-F407-CFDDC71AC2A1}"/>
              </a:ext>
            </a:extLst>
          </p:cNvPr>
          <p:cNvSpPr/>
          <p:nvPr/>
        </p:nvSpPr>
        <p:spPr>
          <a:xfrm>
            <a:off x="6637019" y="4606289"/>
            <a:ext cx="310515" cy="1249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bg1"/>
                </a:solidFill>
                <a:latin typeface="Aptos" panose="020B0004020202020204" pitchFamily="34" charset="0"/>
              </a:rPr>
              <a:t>488</a:t>
            </a:r>
          </a:p>
        </p:txBody>
      </p:sp>
    </p:spTree>
    <p:extLst>
      <p:ext uri="{BB962C8B-B14F-4D97-AF65-F5344CB8AC3E}">
        <p14:creationId xmlns:p14="http://schemas.microsoft.com/office/powerpoint/2010/main" val="228650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Avg Monthly income And Attrition: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50735"/>
            <a:ext cx="10131425" cy="1456267"/>
          </a:xfrm>
        </p:spPr>
        <p:txBody>
          <a:bodyPr/>
          <a:lstStyle/>
          <a:p>
            <a:r>
              <a:rPr lang="en-US" dirty="0"/>
              <a:t>Those who have less monthly income and high performing rates are showing more attrition rates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ECE5F-0289-4A48-8C3A-69D1B39CF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62" y="3707002"/>
            <a:ext cx="6543675" cy="239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8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Attrition By Work Life Balance: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77293"/>
            <a:ext cx="10131425" cy="1456267"/>
          </a:xfrm>
        </p:spPr>
        <p:txBody>
          <a:bodyPr/>
          <a:lstStyle/>
          <a:p>
            <a:r>
              <a:rPr lang="en-US" dirty="0"/>
              <a:t>Employees who do not have a healthy work-life balance are more likely to leave, emphasizing the importance of promoting work-life equilibrium.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6B632-4094-4217-A6B0-62B530607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976687"/>
            <a:ext cx="54483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9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Strategies For Employee Retention: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13037"/>
            <a:ext cx="10668740" cy="4962617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Gender-Inclusive Policies: </a:t>
            </a:r>
            <a:r>
              <a:rPr lang="en-US" sz="2000" dirty="0"/>
              <a:t>Implement gender-inclusive policies and programs to address the higher attrition rate among males, promoting equal opportunities and support.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Age-Specific Programs: </a:t>
            </a:r>
            <a:r>
              <a:rPr lang="en-US" sz="2000" dirty="0"/>
              <a:t>Tailor retention strategies for younger employees, including career development opportunities and mentorship programs to engage and retain them.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Departmental Interventions: </a:t>
            </a:r>
            <a:r>
              <a:rPr lang="en-US" sz="2000" dirty="0"/>
              <a:t>Investigate the reasons behind high attrition in the sales and development departments, and address issues related to workload, recognition, and career progression.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Overtime Management: </a:t>
            </a:r>
            <a:r>
              <a:rPr lang="en-US" sz="2000" dirty="0"/>
              <a:t>Implement policies and systems to manage and reduce excessive overtime, ensuring employees can maintain a healthy work-life balance.</a:t>
            </a:r>
          </a:p>
        </p:txBody>
      </p:sp>
    </p:spTree>
    <p:extLst>
      <p:ext uri="{BB962C8B-B14F-4D97-AF65-F5344CB8AC3E}">
        <p14:creationId xmlns:p14="http://schemas.microsoft.com/office/powerpoint/2010/main" val="476833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3E3-6380-43AE-B68D-42218FFD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Strategies For Employee Retention: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132F-CFFF-4623-BFBB-3AADF4000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13037"/>
            <a:ext cx="10668740" cy="4962617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Compensation and Career Growth: </a:t>
            </a:r>
            <a:r>
              <a:rPr lang="en-US" sz="2000" dirty="0"/>
              <a:t>Review compensation structures and provide a clear path for career growth to retain high-performing employees with lower incomes.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Improve Work Environment: </a:t>
            </a:r>
            <a:r>
              <a:rPr lang="en-US" sz="2000" dirty="0"/>
              <a:t>Focus on improving the work environment and culture to enhance job satisfaction and overall employee well-being.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New Hire Retention: </a:t>
            </a:r>
            <a:r>
              <a:rPr lang="en-US" sz="2000" dirty="0"/>
              <a:t>Develop onboarding programs and mentorship initiatives to engage and retain employees with less tenure.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Work-Life Balance Support: </a:t>
            </a:r>
            <a:r>
              <a:rPr lang="en-US" sz="2000" dirty="0"/>
              <a:t>Promote work-life balance through flexible scheduling, remote work options, and wellness programs to reduce attrition among employees struggling with work-life balance.</a:t>
            </a:r>
          </a:p>
        </p:txBody>
      </p:sp>
    </p:spTree>
    <p:extLst>
      <p:ext uri="{BB962C8B-B14F-4D97-AF65-F5344CB8AC3E}">
        <p14:creationId xmlns:p14="http://schemas.microsoft.com/office/powerpoint/2010/main" val="180023248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96</TotalTime>
  <Words>527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Aptos</vt:lpstr>
      <vt:lpstr>Arial</vt:lpstr>
      <vt:lpstr>Trebuchet MS</vt:lpstr>
      <vt:lpstr>Berlin</vt:lpstr>
      <vt:lpstr>Employee Attrition Analysis</vt:lpstr>
      <vt:lpstr>Overview</vt:lpstr>
      <vt:lpstr>Analysis</vt:lpstr>
      <vt:lpstr>Analysis:</vt:lpstr>
      <vt:lpstr>Attrition By Gender Status:</vt:lpstr>
      <vt:lpstr>Attrition By Department:</vt:lpstr>
      <vt:lpstr>Attrition By Age:</vt:lpstr>
      <vt:lpstr>Attrition By Overtime:</vt:lpstr>
      <vt:lpstr>Attrition By Job Role:</vt:lpstr>
      <vt:lpstr>Attrition By Performance and Gender:</vt:lpstr>
      <vt:lpstr>Avg Monthly income And Attrition:</vt:lpstr>
      <vt:lpstr>Attrition By Work Life Balance:</vt:lpstr>
      <vt:lpstr>Strategies For Employee Retention:</vt:lpstr>
      <vt:lpstr>Strategies For Employee Retention: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store sales analysis</dc:title>
  <dc:creator>Dell</dc:creator>
  <cp:lastModifiedBy>Harish P</cp:lastModifiedBy>
  <cp:revision>9</cp:revision>
  <dcterms:created xsi:type="dcterms:W3CDTF">2023-10-05T05:48:21Z</dcterms:created>
  <dcterms:modified xsi:type="dcterms:W3CDTF">2025-11-24T16:57:32Z</dcterms:modified>
</cp:coreProperties>
</file>