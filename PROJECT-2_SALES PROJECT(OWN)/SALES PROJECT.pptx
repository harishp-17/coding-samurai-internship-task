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11/24/2025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254-6B6E-42CA-B53F-4307B75504E7}"/>
              </a:ext>
            </a:extLst>
          </p:cNvPr>
          <p:cNvSpPr>
            <a:spLocks noGrp="1"/>
          </p:cNvSpPr>
          <p:nvPr>
            <p:ph type="ctrTitle"/>
          </p:nvPr>
        </p:nvSpPr>
        <p:spPr/>
        <p:txBody>
          <a:bodyPr>
            <a:normAutofit/>
          </a:bodyPr>
          <a:lstStyle/>
          <a:p>
            <a:r>
              <a:rPr lang="en-US" sz="4400" dirty="0"/>
              <a:t>Retail store sales analysis</a:t>
            </a:r>
          </a:p>
        </p:txBody>
      </p:sp>
      <p:sp>
        <p:nvSpPr>
          <p:cNvPr id="3" name="Subtitle 2">
            <a:extLst>
              <a:ext uri="{FF2B5EF4-FFF2-40B4-BE49-F238E27FC236}">
                <a16:creationId xmlns:a16="http://schemas.microsoft.com/office/drawing/2014/main" id="{A16D2C74-D11C-4B40-A6BE-ACBA0EDC0159}"/>
              </a:ext>
            </a:extLst>
          </p:cNvPr>
          <p:cNvSpPr>
            <a:spLocks noGrp="1"/>
          </p:cNvSpPr>
          <p:nvPr>
            <p:ph type="subTitle" idx="1"/>
          </p:nvPr>
        </p:nvSpPr>
        <p:spPr/>
        <p:txBody>
          <a:bodyPr/>
          <a:lstStyle/>
          <a:p>
            <a:r>
              <a:rPr lang="en-US" dirty="0"/>
              <a:t>Created by </a:t>
            </a:r>
            <a:r>
              <a:rPr lang="en-US" b="1" i="1" dirty="0"/>
              <a:t>HARISH PALANISAMY</a:t>
            </a:r>
          </a:p>
        </p:txBody>
      </p:sp>
    </p:spTree>
    <p:extLst>
      <p:ext uri="{BB962C8B-B14F-4D97-AF65-F5344CB8AC3E}">
        <p14:creationId xmlns:p14="http://schemas.microsoft.com/office/powerpoint/2010/main" val="1013458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Overview</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905000"/>
            <a:ext cx="10131425" cy="3048000"/>
          </a:xfrm>
        </p:spPr>
        <p:txBody>
          <a:bodyPr/>
          <a:lstStyle/>
          <a:p>
            <a:r>
              <a:rPr lang="en-US" b="1" dirty="0"/>
              <a:t>Dataset Link : </a:t>
            </a:r>
            <a:r>
              <a:rPr lang="en-US" b="1" dirty="0">
                <a:solidFill>
                  <a:srgbClr val="7030A0"/>
                </a:solidFill>
              </a:rPr>
              <a:t>https://github.com/harishp-17/CODING-SAMURAI-INTERNSHIP-TASK.git</a:t>
            </a:r>
            <a:endParaRPr lang="en-US" dirty="0">
              <a:solidFill>
                <a:srgbClr val="7030A0"/>
              </a:solidFill>
            </a:endParaRPr>
          </a:p>
          <a:p>
            <a:pPr marL="0" indent="0" algn="just">
              <a:buNone/>
            </a:pPr>
            <a:endParaRPr lang="en-US" dirty="0"/>
          </a:p>
          <a:p>
            <a:pPr algn="just"/>
            <a:r>
              <a:rPr lang="en-US" b="1" dirty="0"/>
              <a:t>Data Cleaning: </a:t>
            </a:r>
            <a:r>
              <a:rPr lang="en-US" dirty="0"/>
              <a:t>Data cleaning for the Sales Dataset is essential and involves removing duplicates, fixing spelling errors, handling empty rows, standardizing date formats in the "Order Date" column, and ensuring a uniform monetary format in the "Sales" column. This process ensures data accuracy and integrity, making the dataset suitable for analysis.</a:t>
            </a:r>
          </a:p>
        </p:txBody>
      </p:sp>
    </p:spTree>
    <p:extLst>
      <p:ext uri="{BB962C8B-B14F-4D97-AF65-F5344CB8AC3E}">
        <p14:creationId xmlns:p14="http://schemas.microsoft.com/office/powerpoint/2010/main" val="1110617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3D49-3C28-4339-AA9C-A967BD083EA0}"/>
              </a:ext>
            </a:extLst>
          </p:cNvPr>
          <p:cNvSpPr>
            <a:spLocks noGrp="1"/>
          </p:cNvSpPr>
          <p:nvPr>
            <p:ph type="title"/>
          </p:nvPr>
        </p:nvSpPr>
        <p:spPr>
          <a:xfrm>
            <a:off x="3642434" y="2576579"/>
            <a:ext cx="5723877" cy="1456267"/>
          </a:xfrm>
        </p:spPr>
        <p:txBody>
          <a:bodyPr>
            <a:normAutofit/>
          </a:bodyPr>
          <a:lstStyle/>
          <a:p>
            <a:r>
              <a:rPr lang="en-US" sz="7200" dirty="0">
                <a:latin typeface="Algerian" panose="04020705040A02060702" pitchFamily="82" charset="0"/>
              </a:rPr>
              <a:t>Analysis</a:t>
            </a:r>
          </a:p>
        </p:txBody>
      </p:sp>
    </p:spTree>
    <p:extLst>
      <p:ext uri="{BB962C8B-B14F-4D97-AF65-F5344CB8AC3E}">
        <p14:creationId xmlns:p14="http://schemas.microsoft.com/office/powerpoint/2010/main" val="3912798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Analysis:</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905000"/>
            <a:ext cx="10131425" cy="3039862"/>
          </a:xfrm>
        </p:spPr>
        <p:txBody>
          <a:bodyPr/>
          <a:lstStyle/>
          <a:p>
            <a:r>
              <a:rPr lang="en-US" dirty="0"/>
              <a:t>The retail store sold a total of 7,977 units of products.</a:t>
            </a:r>
          </a:p>
          <a:p>
            <a:r>
              <a:rPr lang="en-US" dirty="0"/>
              <a:t>The store generated 7 CORE in revenue.</a:t>
            </a:r>
          </a:p>
          <a:p>
            <a:r>
              <a:rPr lang="en-US" dirty="0"/>
              <a:t>The average order price is $687.</a:t>
            </a:r>
          </a:p>
          <a:p>
            <a:r>
              <a:rPr lang="en-US" dirty="0"/>
              <a:t>The store has 1,616 customers.</a:t>
            </a:r>
          </a:p>
          <a:p>
            <a:r>
              <a:rPr lang="en-US" dirty="0"/>
              <a:t>The store sells 16 different products.</a:t>
            </a:r>
          </a:p>
          <a:p>
            <a:pPr marL="0" indent="0">
              <a:buNone/>
            </a:pPr>
            <a:endParaRPr lang="en-US" dirty="0"/>
          </a:p>
        </p:txBody>
      </p:sp>
    </p:spTree>
    <p:extLst>
      <p:ext uri="{BB962C8B-B14F-4D97-AF65-F5344CB8AC3E}">
        <p14:creationId xmlns:p14="http://schemas.microsoft.com/office/powerpoint/2010/main" val="90257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Revenue by district:</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972733"/>
            <a:ext cx="10131425" cy="1456267"/>
          </a:xfrm>
        </p:spPr>
        <p:txBody>
          <a:bodyPr/>
          <a:lstStyle/>
          <a:p>
            <a:r>
              <a:rPr lang="en-US" dirty="0"/>
              <a:t>SONY WH-1000XM5 IS MOST SELLING PRODUCT ON THE STORE AND NEXT PLACE HOLD DELLXPS  13.</a:t>
            </a:r>
          </a:p>
        </p:txBody>
      </p:sp>
      <p:pic>
        <p:nvPicPr>
          <p:cNvPr id="6" name="Picture 5">
            <a:extLst>
              <a:ext uri="{FF2B5EF4-FFF2-40B4-BE49-F238E27FC236}">
                <a16:creationId xmlns:a16="http://schemas.microsoft.com/office/drawing/2014/main" id="{AFD860F1-A6CB-A87C-3216-B0BF8EC1BA12}"/>
              </a:ext>
            </a:extLst>
          </p:cNvPr>
          <p:cNvPicPr>
            <a:picLocks noChangeAspect="1"/>
          </p:cNvPicPr>
          <p:nvPr/>
        </p:nvPicPr>
        <p:blipFill>
          <a:blip r:embed="rId2"/>
          <a:stretch>
            <a:fillRect/>
          </a:stretch>
        </p:blipFill>
        <p:spPr>
          <a:xfrm>
            <a:off x="577516" y="3198650"/>
            <a:ext cx="10748139" cy="3524742"/>
          </a:xfrm>
          <a:prstGeom prst="rect">
            <a:avLst/>
          </a:prstGeom>
        </p:spPr>
      </p:pic>
    </p:spTree>
    <p:extLst>
      <p:ext uri="{BB962C8B-B14F-4D97-AF65-F5344CB8AC3E}">
        <p14:creationId xmlns:p14="http://schemas.microsoft.com/office/powerpoint/2010/main" val="223502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Top Selling REPRESENTATIVES:</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493339"/>
            <a:ext cx="10131425" cy="1456267"/>
          </a:xfrm>
        </p:spPr>
        <p:txBody>
          <a:bodyPr/>
          <a:lstStyle/>
          <a:p>
            <a:r>
              <a:rPr lang="en-US" dirty="0"/>
              <a:t>Meena and Harish is most effectively sales product and most involve to complete our work.</a:t>
            </a:r>
          </a:p>
        </p:txBody>
      </p:sp>
      <p:pic>
        <p:nvPicPr>
          <p:cNvPr id="6" name="Picture 5">
            <a:extLst>
              <a:ext uri="{FF2B5EF4-FFF2-40B4-BE49-F238E27FC236}">
                <a16:creationId xmlns:a16="http://schemas.microsoft.com/office/drawing/2014/main" id="{F218794D-C99E-3B6A-056C-579A2A27C32E}"/>
              </a:ext>
            </a:extLst>
          </p:cNvPr>
          <p:cNvPicPr>
            <a:picLocks noChangeAspect="1"/>
          </p:cNvPicPr>
          <p:nvPr/>
        </p:nvPicPr>
        <p:blipFill>
          <a:blip r:embed="rId2"/>
          <a:stretch>
            <a:fillRect/>
          </a:stretch>
        </p:blipFill>
        <p:spPr>
          <a:xfrm>
            <a:off x="1235242" y="2662989"/>
            <a:ext cx="10270958" cy="4057358"/>
          </a:xfrm>
          <a:prstGeom prst="rect">
            <a:avLst/>
          </a:prstGeom>
        </p:spPr>
      </p:pic>
    </p:spTree>
    <p:extLst>
      <p:ext uri="{BB962C8B-B14F-4D97-AF65-F5344CB8AC3E}">
        <p14:creationId xmlns:p14="http://schemas.microsoft.com/office/powerpoint/2010/main" val="2871471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Revenue by MONTH:</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413440"/>
            <a:ext cx="10131425" cy="1456267"/>
          </a:xfrm>
        </p:spPr>
        <p:txBody>
          <a:bodyPr/>
          <a:lstStyle/>
          <a:p>
            <a:r>
              <a:rPr lang="en-US" dirty="0"/>
              <a:t>August is the day with the highest sales revenue</a:t>
            </a:r>
          </a:p>
        </p:txBody>
      </p:sp>
      <p:pic>
        <p:nvPicPr>
          <p:cNvPr id="6" name="Picture 5">
            <a:extLst>
              <a:ext uri="{FF2B5EF4-FFF2-40B4-BE49-F238E27FC236}">
                <a16:creationId xmlns:a16="http://schemas.microsoft.com/office/drawing/2014/main" id="{0A5D404E-FC69-974C-2F02-548835A45658}"/>
              </a:ext>
            </a:extLst>
          </p:cNvPr>
          <p:cNvPicPr>
            <a:picLocks noChangeAspect="1"/>
          </p:cNvPicPr>
          <p:nvPr/>
        </p:nvPicPr>
        <p:blipFill>
          <a:blip r:embed="rId2"/>
          <a:stretch>
            <a:fillRect/>
          </a:stretch>
        </p:blipFill>
        <p:spPr>
          <a:xfrm>
            <a:off x="2595074" y="2630904"/>
            <a:ext cx="7001852" cy="4003705"/>
          </a:xfrm>
          <a:prstGeom prst="rect">
            <a:avLst/>
          </a:prstGeom>
        </p:spPr>
      </p:pic>
    </p:spTree>
    <p:extLst>
      <p:ext uri="{BB962C8B-B14F-4D97-AF65-F5344CB8AC3E}">
        <p14:creationId xmlns:p14="http://schemas.microsoft.com/office/powerpoint/2010/main" val="2603736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Revenue by district:</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528850"/>
            <a:ext cx="10131425" cy="1456267"/>
          </a:xfrm>
        </p:spPr>
        <p:txBody>
          <a:bodyPr/>
          <a:lstStyle/>
          <a:p>
            <a:r>
              <a:rPr lang="en-US" dirty="0"/>
              <a:t>Electronics items, in particular, had strong sales each year, with 2025 being the most revenue-generating year.</a:t>
            </a:r>
          </a:p>
        </p:txBody>
      </p:sp>
      <p:pic>
        <p:nvPicPr>
          <p:cNvPr id="6" name="Picture 5">
            <a:extLst>
              <a:ext uri="{FF2B5EF4-FFF2-40B4-BE49-F238E27FC236}">
                <a16:creationId xmlns:a16="http://schemas.microsoft.com/office/drawing/2014/main" id="{7B8497C4-6ADF-2649-EAA1-DBED0446E5E3}"/>
              </a:ext>
            </a:extLst>
          </p:cNvPr>
          <p:cNvPicPr>
            <a:picLocks noChangeAspect="1"/>
          </p:cNvPicPr>
          <p:nvPr/>
        </p:nvPicPr>
        <p:blipFill>
          <a:blip r:embed="rId2"/>
          <a:stretch>
            <a:fillRect/>
          </a:stretch>
        </p:blipFill>
        <p:spPr>
          <a:xfrm>
            <a:off x="1050268" y="3308492"/>
            <a:ext cx="9402487" cy="2743583"/>
          </a:xfrm>
          <a:prstGeom prst="rect">
            <a:avLst/>
          </a:prstGeom>
        </p:spPr>
      </p:pic>
    </p:spTree>
    <p:extLst>
      <p:ext uri="{BB962C8B-B14F-4D97-AF65-F5344CB8AC3E}">
        <p14:creationId xmlns:p14="http://schemas.microsoft.com/office/powerpoint/2010/main" val="2547113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Revenue by district:</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528850"/>
            <a:ext cx="10131425" cy="1456267"/>
          </a:xfrm>
        </p:spPr>
        <p:txBody>
          <a:bodyPr/>
          <a:lstStyle/>
          <a:p>
            <a:r>
              <a:rPr lang="en-US" dirty="0"/>
              <a:t>August consistently generates the highest revenue each month.</a:t>
            </a:r>
          </a:p>
        </p:txBody>
      </p:sp>
      <p:pic>
        <p:nvPicPr>
          <p:cNvPr id="6" name="Picture 5">
            <a:extLst>
              <a:ext uri="{FF2B5EF4-FFF2-40B4-BE49-F238E27FC236}">
                <a16:creationId xmlns:a16="http://schemas.microsoft.com/office/drawing/2014/main" id="{2551AF79-38CE-6E2D-11BB-F1419928C251}"/>
              </a:ext>
            </a:extLst>
          </p:cNvPr>
          <p:cNvPicPr>
            <a:picLocks noChangeAspect="1"/>
          </p:cNvPicPr>
          <p:nvPr/>
        </p:nvPicPr>
        <p:blipFill>
          <a:blip r:embed="rId2"/>
          <a:stretch>
            <a:fillRect/>
          </a:stretch>
        </p:blipFill>
        <p:spPr>
          <a:xfrm>
            <a:off x="1374775" y="2622884"/>
            <a:ext cx="9148846" cy="4126042"/>
          </a:xfrm>
          <a:prstGeom prst="rect">
            <a:avLst/>
          </a:prstGeom>
        </p:spPr>
      </p:pic>
    </p:spTree>
    <p:extLst>
      <p:ext uri="{BB962C8B-B14F-4D97-AF65-F5344CB8AC3E}">
        <p14:creationId xmlns:p14="http://schemas.microsoft.com/office/powerpoint/2010/main" val="1766167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3E3-6380-43AE-B68D-42218FFD0462}"/>
              </a:ext>
            </a:extLst>
          </p:cNvPr>
          <p:cNvSpPr>
            <a:spLocks noGrp="1"/>
          </p:cNvSpPr>
          <p:nvPr>
            <p:ph type="title"/>
          </p:nvPr>
        </p:nvSpPr>
        <p:spPr/>
        <p:txBody>
          <a:bodyPr/>
          <a:lstStyle/>
          <a:p>
            <a:r>
              <a:rPr lang="en-US" dirty="0">
                <a:latin typeface="+mn-lt"/>
              </a:rPr>
              <a:t>Strategies to improve sales:</a:t>
            </a:r>
          </a:p>
        </p:txBody>
      </p:sp>
      <p:sp>
        <p:nvSpPr>
          <p:cNvPr id="3" name="Content Placeholder 2">
            <a:extLst>
              <a:ext uri="{FF2B5EF4-FFF2-40B4-BE49-F238E27FC236}">
                <a16:creationId xmlns:a16="http://schemas.microsoft.com/office/drawing/2014/main" id="{2148132F-CFFF-4623-BFBB-3AADF4000AF8}"/>
              </a:ext>
            </a:extLst>
          </p:cNvPr>
          <p:cNvSpPr>
            <a:spLocks noGrp="1"/>
          </p:cNvSpPr>
          <p:nvPr>
            <p:ph idx="1"/>
          </p:nvPr>
        </p:nvSpPr>
        <p:spPr>
          <a:xfrm>
            <a:off x="685800" y="1784412"/>
            <a:ext cx="10668740" cy="4962617"/>
          </a:xfrm>
        </p:spPr>
        <p:txBody>
          <a:bodyPr>
            <a:normAutofit/>
          </a:bodyPr>
          <a:lstStyle/>
          <a:p>
            <a:pPr algn="just"/>
            <a:r>
              <a:rPr lang="en-US" sz="1600" b="1" dirty="0"/>
              <a:t>District-Specific Marketing</a:t>
            </a:r>
            <a:r>
              <a:rPr lang="en-US" sz="1600" dirty="0"/>
              <a:t>: Allocate marketing budgets based on district performance. Invest more in advertising and promotions in districts like Bangalore, New Delhi, and Chennai, which are top revenue generators. Tailor your marketing messages to address the preferences and demographics of each district.</a:t>
            </a:r>
          </a:p>
          <a:p>
            <a:pPr algn="just"/>
            <a:r>
              <a:rPr lang="en-US" sz="1600" b="1" dirty="0"/>
              <a:t>Product Focus</a:t>
            </a:r>
            <a:r>
              <a:rPr lang="en-US" sz="1600" dirty="0"/>
              <a:t>: Given that T-shirts are the best-selling product category, consider expanding the range of T-shirt styles, designs, and sizes. Run promotions and bundles centered around T-shirts to encourage upselling and cross-selling.</a:t>
            </a:r>
          </a:p>
          <a:p>
            <a:pPr algn="just"/>
            <a:r>
              <a:rPr lang="en-US" sz="1600" b="1" dirty="0"/>
              <a:t>Monthly Marketing Focus</a:t>
            </a:r>
            <a:r>
              <a:rPr lang="en-US" sz="1600" dirty="0"/>
              <a:t>: Given that July consistently generates the highest revenue each month, allocate more marketing resources to July promotions and events. Create a marketing calendar that builds anticipation for July sales.</a:t>
            </a:r>
          </a:p>
          <a:p>
            <a:r>
              <a:rPr lang="en-US" sz="1600" b="1" dirty="0"/>
              <a:t>Sunday Specials</a:t>
            </a:r>
            <a:r>
              <a:rPr lang="en-US" sz="1600" dirty="0"/>
              <a:t>: Since Sundays bring in the highest revenue, consider introducing special promotions or events on Sundays to maximize sales. This could include exclusive discounts, product launches, or themed sales events.</a:t>
            </a:r>
          </a:p>
          <a:p>
            <a:r>
              <a:rPr lang="en-US" sz="1600" b="1" dirty="0"/>
              <a:t>Yearly Sales Planning</a:t>
            </a:r>
            <a:r>
              <a:rPr lang="en-US" sz="1600" dirty="0"/>
              <a:t>: Recognize the popularity of electronics items, especially in 2020. Plan for similar sales events in the future and stock up on electronics inventory during high-demand periods. Consider offering extended warranties or after-sales support for electronic products.</a:t>
            </a:r>
          </a:p>
          <a:p>
            <a:pPr marL="0" indent="0" algn="just">
              <a:buNone/>
            </a:pPr>
            <a:endParaRPr lang="en-US" sz="1600" dirty="0"/>
          </a:p>
          <a:p>
            <a:pPr algn="just"/>
            <a:endParaRPr lang="en-US" sz="1600" dirty="0"/>
          </a:p>
        </p:txBody>
      </p:sp>
    </p:spTree>
    <p:extLst>
      <p:ext uri="{BB962C8B-B14F-4D97-AF65-F5344CB8AC3E}">
        <p14:creationId xmlns:p14="http://schemas.microsoft.com/office/powerpoint/2010/main" val="4768332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55</TotalTime>
  <Words>428</Words>
  <Application>Microsoft Office PowerPoint</Application>
  <PresentationFormat>Widescreen</PresentationFormat>
  <Paragraphs>29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Algerian</vt:lpstr>
      <vt:lpstr>Arial</vt:lpstr>
      <vt:lpstr>Calibri</vt:lpstr>
      <vt:lpstr>Calibri Light</vt:lpstr>
      <vt:lpstr>Celestial</vt:lpstr>
      <vt:lpstr>Retail store sales analysis</vt:lpstr>
      <vt:lpstr>Overview</vt:lpstr>
      <vt:lpstr>Analysis</vt:lpstr>
      <vt:lpstr>Analysis:</vt:lpstr>
      <vt:lpstr>Revenue by district:</vt:lpstr>
      <vt:lpstr>Top Selling REPRESENTATIVES:</vt:lpstr>
      <vt:lpstr>Revenue by MONTH:</vt:lpstr>
      <vt:lpstr>Revenue by district:</vt:lpstr>
      <vt:lpstr>Revenue by district:</vt:lpstr>
      <vt:lpstr>Strategies to improve sales: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store sales analysis</dc:title>
  <dc:creator>Dell</dc:creator>
  <cp:lastModifiedBy>Harish P</cp:lastModifiedBy>
  <cp:revision>5</cp:revision>
  <dcterms:created xsi:type="dcterms:W3CDTF">2023-10-05T05:48:21Z</dcterms:created>
  <dcterms:modified xsi:type="dcterms:W3CDTF">2025-11-24T16:29:01Z</dcterms:modified>
</cp:coreProperties>
</file>